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7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nl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458649" y="920472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/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093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3118757" y="2854487"/>
            <a:ext cx="6180364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80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  <p:sldLayoutId id="2147483684" r:id="rId6"/>
    <p:sldLayoutId id="214748368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Баланс мощности (1/3)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Пиковая нагрузка выросла на 3,1%</a:t>
            </a:r>
            <a:endParaRPr sz="1323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Баланс мощности (2/3)</a:t>
            </a:r>
            <a:endParaRPr sz="240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7893399" cy="40009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010965"/>
                <a:gridCol w="680845"/>
                <a:gridCol w="680845"/>
                <a:gridCol w="680845"/>
                <a:gridCol w="680845"/>
                <a:gridCol w="739103"/>
                <a:gridCol w="739103"/>
                <a:gridCol w="680848"/>
              </a:tblGrid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21,4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35,4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42,4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49,4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32,1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56,4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36,1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63,4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40,1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70,4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44,1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77,4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48,1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84,4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52,1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91,4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56,1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98,4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60,1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105,4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Баланс мощности (3/3)</a:t>
            </a:r>
            <a:endParaRPr sz="240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8009914" cy="375093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010965"/>
                <a:gridCol w="680845"/>
                <a:gridCol w="739103"/>
                <a:gridCol w="739103"/>
                <a:gridCol w="680845"/>
                <a:gridCol w="739103"/>
                <a:gridCol w="739103"/>
                <a:gridCol w="680847"/>
              </a:tblGrid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64,1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112,4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68,1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119,4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72,1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126,4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76,1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133,4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80,1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140,4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84,1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147,4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88,1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154,4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92,1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161,4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96,1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168,4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100,1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175,4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104,1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182,4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108,1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189,4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216,5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112,1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140,2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196,4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Параметр энергосистемы 29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116,1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145,2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203,4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232,5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deckgen</Application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