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FCC19-E3A1-4B4F-9AAC-715A6622D0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6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458649" y="920472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/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093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3118757" y="2854487"/>
            <a:ext cx="6180364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  <p:sldLayoutId id="2147483684" r:id="rId6"/>
    <p:sldLayoutId id="214748368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5930895" y="4306817"/>
            <a:ext cx="330219" cy="50321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0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1879</TotalTime>
  <Words>2</Words>
  <Application>Microsoft Office PowerPoint</Application>
  <PresentationFormat>Широкоэкранный</PresentationFormat>
  <Paragraphs>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Liberation Sans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