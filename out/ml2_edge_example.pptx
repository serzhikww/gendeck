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3"/>
  </p:notesMasterIdLst>
  <p:handoutMasterIdLst>
    <p:handoutMasterId r:id="rId4"/>
  </p:handoutMasterIdLst>
  <p:sldIdLst>
    <p:sldId id="257" r:id="rId9"/>
    <p:sldId id="258" r:id="rId10"/>
    <p:sldId id="259" r:id="rId11"/>
    <p:sldId id="260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DA37D80-6434-44D0-A028-1B22A696006F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Светлый стиль 3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828" autoAdjust="0"/>
  </p:normalViewPr>
  <p:slideViewPr>
    <p:cSldViewPr snapToGrid="0" snapToObjects="1">
      <p:cViewPr varScale="1">
        <p:scale>
          <a:sx n="102" d="100"/>
          <a:sy n="102" d="100"/>
        </p:scale>
        <p:origin x="918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89" d="100"/>
          <a:sy n="89" d="100"/>
        </p:scale>
        <p:origin x="2634" y="7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handoutMaster" Target="handoutMasters/handout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345A26-03BB-4187-8D70-8D5361528A81}" type="datetimeFigureOut">
              <a:rPr lang="ru-RU" smtClean="0"/>
              <a:t>14.08.2025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2E6483-D6E6-46CD-B44E-327AE4BA44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38944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BD78BF-0394-D549-A535-A40133B5DC51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4FCC19-E3A1-4B4F-9AAC-715A6622D0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406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FIELD"/>
          <p:cNvSpPr>
            <a:spLocks noGrp="1"/>
          </p:cNvSpPr>
          <p:nvPr>
            <p:ph type="ctrTitle" hasCustomPrompt="1"/>
          </p:nvPr>
        </p:nvSpPr>
        <p:spPr>
          <a:xfrm>
            <a:off x="589935" y="2854487"/>
            <a:ext cx="10854813" cy="1322497"/>
          </a:xfrm>
          <a:prstGeom prst="rect">
            <a:avLst/>
          </a:prstGeom>
          <a:noFill/>
        </p:spPr>
        <p:txBody>
          <a:bodyPr wrap="square" lIns="114300" tIns="57150" rIns="114300" bIns="57150" rtlCol="0" anchor="t" anchorCtr="0">
            <a:noAutofit/>
          </a:bodyPr>
          <a:lstStyle>
            <a:lvl1pPr>
              <a:defRPr lang="en-US" sz="4200" b="1" baseline="0" dirty="0">
                <a:solidFill>
                  <a:srgbClr val="003D80"/>
                </a:solidFill>
              </a:defRPr>
            </a:lvl1pPr>
          </a:lstStyle>
          <a:p>
            <a:pPr marL="0" lvl="0" algn="ctr"/>
            <a:r>
              <a:rPr lang="ru-RU" dirty="0" smtClean="0"/>
              <a:t>Слайд начальный.</a:t>
            </a:r>
            <a:r>
              <a:rPr lang="en-US" dirty="0" smtClean="0"/>
              <a:t> </a:t>
            </a:r>
            <a:r>
              <a:rPr lang="ru-RU" dirty="0" smtClean="0"/>
              <a:t>Вариант 1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3133D12-CE5E-6B41-8E9D-91EDFBAFC85F}" type="datetime1">
              <a:rPr lang="en-GB" smtClean="0"/>
              <a:t>14/08/2025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469359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991" y="712820"/>
            <a:ext cx="2132014" cy="20118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" y="5526372"/>
            <a:ext cx="12191999" cy="7001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FIELD" title="TITLE_FIELD"/>
          <p:cNvSpPr>
            <a:spLocks noGrp="1"/>
          </p:cNvSpPr>
          <p:nvPr>
            <p:ph type="ctrTitle" hasCustomPrompt="1"/>
          </p:nvPr>
        </p:nvSpPr>
        <p:spPr>
          <a:xfrm>
            <a:off x="589935" y="2854487"/>
            <a:ext cx="10854813" cy="1322497"/>
          </a:xfrm>
          <a:prstGeom prst="rect">
            <a:avLst/>
          </a:prstGeom>
          <a:noFill/>
        </p:spPr>
        <p:txBody>
          <a:bodyPr wrap="square" lIns="114300" tIns="57150" rIns="114300" bIns="57150" rtlCol="0" anchor="t" anchorCtr="0">
            <a:noAutofit/>
          </a:bodyPr>
          <a:lstStyle>
            <a:lvl1pPr>
              <a:defRPr lang="en-US" sz="4200" b="1" baseline="0" dirty="0">
                <a:solidFill>
                  <a:srgbClr val="003D80"/>
                </a:solidFill>
              </a:defRPr>
            </a:lvl1pPr>
          </a:lstStyle>
          <a:p>
            <a:pPr marL="0" lvl="0" algn="ctr"/>
            <a:r>
              <a:rPr lang="ru-RU" dirty="0" smtClean="0"/>
              <a:t>Слайд раздела. Вариант 1. Название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469359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991" y="712820"/>
            <a:ext cx="2132014" cy="20118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" y="5526372"/>
            <a:ext cx="12191999" cy="700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6482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FIELD" title="TITLE_FIELD"/>
          <p:cNvSpPr>
            <a:spLocks noGrp="1"/>
          </p:cNvSpPr>
          <p:nvPr>
            <p:ph type="title" hasCustomPrompt="1"/>
          </p:nvPr>
        </p:nvSpPr>
        <p:spPr>
          <a:xfrm>
            <a:off x="458649" y="222961"/>
            <a:ext cx="10515600" cy="449567"/>
          </a:xfrm>
          <a:prstGeom prst="rect">
            <a:avLst/>
          </a:prstGeom>
        </p:spPr>
        <p:txBody>
          <a:bodyPr/>
          <a:lstStyle>
            <a:lvl1pPr>
              <a:defRPr lang="en-US" sz="2400" baseline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 smtClean="0"/>
              <a:t>Слайд обычный. Вариант 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27820" y="6441703"/>
            <a:ext cx="1025979" cy="384006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Прямая соединительная линия 6"/>
          <p:cNvCxnSpPr/>
          <p:nvPr userDrawn="1"/>
        </p:nvCxnSpPr>
        <p:spPr>
          <a:xfrm flipH="1" flipV="1">
            <a:off x="548456" y="672528"/>
            <a:ext cx="12161250" cy="0"/>
          </a:xfrm>
          <a:prstGeom prst="line">
            <a:avLst/>
          </a:prstGeom>
          <a:ln w="15875">
            <a:gradFill flip="none" rotWithShape="1">
              <a:gsLst>
                <a:gs pos="26000">
                  <a:schemeClr val="bg1"/>
                </a:gs>
                <a:gs pos="100000">
                  <a:srgbClr val="003264"/>
                </a:gs>
              </a:gsLst>
              <a:lin ang="0" scaled="1"/>
              <a:tileRect/>
            </a:gra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/>
          <p:cNvCxnSpPr/>
          <p:nvPr userDrawn="1"/>
        </p:nvCxnSpPr>
        <p:spPr>
          <a:xfrm flipH="1">
            <a:off x="0" y="6371812"/>
            <a:ext cx="12161250" cy="0"/>
          </a:xfrm>
          <a:prstGeom prst="line">
            <a:avLst/>
          </a:prstGeom>
          <a:ln w="19050" cmpd="thickThin">
            <a:gradFill flip="none" rotWithShape="1">
              <a:gsLst>
                <a:gs pos="0">
                  <a:srgbClr val="FF6408"/>
                </a:gs>
                <a:gs pos="100000">
                  <a:schemeClr val="bg1"/>
                </a:gs>
              </a:gsLst>
              <a:lin ang="10800000" scaled="1"/>
              <a:tileRect/>
            </a:gradFill>
            <a:headEnd w="lg" len="med"/>
            <a:tailEnd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30396" y="112490"/>
            <a:ext cx="710560" cy="6705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EXT_FIELD" title="TEXT_FIELD"/>
          <p:cNvSpPr>
            <a:spLocks noGrp="1"/>
          </p:cNvSpPr>
          <p:nvPr>
            <p:ph type="body" idx="1" hasCustomPrompt="1"/>
          </p:nvPr>
        </p:nvSpPr>
        <p:spPr>
          <a:xfrm>
            <a:off x="458649" y="902810"/>
            <a:ext cx="10515600" cy="5216071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1008126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F08800"/>
              </a:buClr>
              <a:buSzTx/>
              <a:buFontTx/>
              <a:buNone/>
              <a:tabLst/>
              <a:defRPr lang="en-US" sz="1323" kern="1200" dirty="0" smtClean="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1pPr>
            <a:lvl2pPr marL="800100" indent="-342900">
              <a:buClr>
                <a:srgbClr val="FF6408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2pPr>
            <a:lvl3pPr marL="1200150" indent="-285750">
              <a:buClr>
                <a:srgbClr val="FF6408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3pPr>
            <a:lvl4pPr marL="1657350" indent="-285750">
              <a:buClr>
                <a:srgbClr val="FF6408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4pPr>
            <a:lvl5pPr marL="2114550" indent="-285750">
              <a:buClr>
                <a:srgbClr val="FF6408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TEXT_FIELD </a:t>
            </a:r>
            <a:r>
              <a:rPr lang="ru-RU" dirty="0" smtClean="0"/>
              <a:t>Заголовок 3</a:t>
            </a:r>
            <a:endParaRPr lang="en-US" dirty="0" smtClean="0"/>
          </a:p>
          <a:p>
            <a:pPr lvl="1"/>
            <a:r>
              <a:rPr lang="ru-RU" dirty="0" smtClean="0"/>
              <a:t>Заголовок 4</a:t>
            </a:r>
            <a:endParaRPr lang="en-US" dirty="0" smtClean="0"/>
          </a:p>
          <a:p>
            <a:pPr lvl="2"/>
            <a:r>
              <a:rPr lang="ru-RU" dirty="0" smtClean="0"/>
              <a:t>Заголовок 5</a:t>
            </a:r>
            <a:endParaRPr lang="en-US" dirty="0" smtClean="0"/>
          </a:p>
          <a:p>
            <a:pPr lvl="3"/>
            <a:r>
              <a:rPr lang="ru-RU" dirty="0" smtClean="0"/>
              <a:t>Заголовок 6</a:t>
            </a:r>
            <a:endParaRPr lang="en-US" dirty="0" smtClean="0"/>
          </a:p>
          <a:p>
            <a:pPr lvl="4"/>
            <a:r>
              <a:rPr lang="ru-RU" dirty="0" smtClean="0"/>
              <a:t>Заголовок 7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FIELD" title="TITLE_FIELD"/>
          <p:cNvSpPr>
            <a:spLocks noGrp="1"/>
          </p:cNvSpPr>
          <p:nvPr>
            <p:ph type="title" hasCustomPrompt="1"/>
          </p:nvPr>
        </p:nvSpPr>
        <p:spPr>
          <a:xfrm>
            <a:off x="458649" y="222961"/>
            <a:ext cx="10515600" cy="449567"/>
          </a:xfrm>
          <a:prstGeom prst="rect">
            <a:avLst/>
          </a:prstGeom>
        </p:spPr>
        <p:txBody>
          <a:bodyPr/>
          <a:lstStyle>
            <a:lvl1pPr>
              <a:defRPr lang="en-US" sz="2400" baseline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 smtClean="0"/>
              <a:t>Слайд обычный. Вариант 2</a:t>
            </a:r>
            <a:endParaRPr lang="en-US" dirty="0"/>
          </a:p>
        </p:txBody>
      </p:sp>
      <p:sp>
        <p:nvSpPr>
          <p:cNvPr id="3" name="TEXT_FIELD" title="TEXT_FIELD"/>
          <p:cNvSpPr>
            <a:spLocks noGrp="1"/>
          </p:cNvSpPr>
          <p:nvPr>
            <p:ph type="body" idx="1" hasCustomPrompt="1"/>
          </p:nvPr>
        </p:nvSpPr>
        <p:spPr>
          <a:xfrm>
            <a:off x="458649" y="902810"/>
            <a:ext cx="4946108" cy="5216071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1008126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F08800"/>
              </a:buClr>
              <a:buSzTx/>
              <a:buFont typeface="Arial" panose="020B0604020202020204" pitchFamily="34" charset="0"/>
              <a:buNone/>
              <a:tabLst/>
              <a:defRPr lang="en-US" sz="1323" kern="1200" dirty="0" smtClean="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1pPr>
            <a:lvl2pPr marL="800100" indent="-342900">
              <a:buClr>
                <a:srgbClr val="FF6408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2pPr>
            <a:lvl3pPr marL="1200150" indent="-285750">
              <a:buClr>
                <a:srgbClr val="FF6408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3pPr>
            <a:lvl4pPr marL="1657350" indent="-285750">
              <a:buClr>
                <a:srgbClr val="FF6408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4pPr>
            <a:lvl5pPr marL="2114550" indent="-285750">
              <a:buClr>
                <a:srgbClr val="FF6408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TEXT_FIELD </a:t>
            </a:r>
            <a:r>
              <a:rPr lang="ru-RU" dirty="0" smtClean="0"/>
              <a:t>Заголовок 3</a:t>
            </a:r>
            <a:endParaRPr lang="en-US" dirty="0" smtClean="0"/>
          </a:p>
          <a:p>
            <a:pPr lvl="1"/>
            <a:r>
              <a:rPr lang="ru-RU" dirty="0" smtClean="0"/>
              <a:t>Заголовок 4</a:t>
            </a:r>
            <a:endParaRPr lang="en-US" dirty="0" smtClean="0"/>
          </a:p>
          <a:p>
            <a:pPr lvl="2"/>
            <a:r>
              <a:rPr lang="ru-RU" dirty="0" smtClean="0"/>
              <a:t>Заголовок 5</a:t>
            </a:r>
            <a:endParaRPr lang="en-US" dirty="0" smtClean="0"/>
          </a:p>
          <a:p>
            <a:pPr lvl="3"/>
            <a:r>
              <a:rPr lang="ru-RU" dirty="0" smtClean="0"/>
              <a:t>Заголовок 6</a:t>
            </a:r>
            <a:endParaRPr lang="en-US" dirty="0" smtClean="0"/>
          </a:p>
          <a:p>
            <a:pPr lvl="4"/>
            <a:r>
              <a:rPr lang="ru-RU" dirty="0" smtClean="0"/>
              <a:t>Заголовок 7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27820" y="6441703"/>
            <a:ext cx="1025979" cy="384006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Прямая соединительная линия 6"/>
          <p:cNvCxnSpPr/>
          <p:nvPr userDrawn="1"/>
        </p:nvCxnSpPr>
        <p:spPr>
          <a:xfrm flipH="1" flipV="1">
            <a:off x="548456" y="672528"/>
            <a:ext cx="12161250" cy="0"/>
          </a:xfrm>
          <a:prstGeom prst="line">
            <a:avLst/>
          </a:prstGeom>
          <a:ln w="15875">
            <a:gradFill flip="none" rotWithShape="1">
              <a:gsLst>
                <a:gs pos="26000">
                  <a:schemeClr val="bg1"/>
                </a:gs>
                <a:gs pos="100000">
                  <a:srgbClr val="003264"/>
                </a:gs>
              </a:gsLst>
              <a:lin ang="0" scaled="1"/>
              <a:tileRect/>
            </a:gra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/>
          <p:cNvCxnSpPr/>
          <p:nvPr userDrawn="1"/>
        </p:nvCxnSpPr>
        <p:spPr>
          <a:xfrm flipH="1">
            <a:off x="0" y="6371812"/>
            <a:ext cx="12161250" cy="0"/>
          </a:xfrm>
          <a:prstGeom prst="line">
            <a:avLst/>
          </a:prstGeom>
          <a:ln w="19050" cmpd="thickThin">
            <a:gradFill flip="none" rotWithShape="1">
              <a:gsLst>
                <a:gs pos="0">
                  <a:srgbClr val="FF6408"/>
                </a:gs>
                <a:gs pos="100000">
                  <a:schemeClr val="bg1"/>
                </a:gs>
              </a:gsLst>
              <a:lin ang="10800000" scaled="1"/>
              <a:tileRect/>
            </a:gradFill>
            <a:headEnd w="lg" len="med"/>
            <a:tailEnd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30396" y="112490"/>
            <a:ext cx="710560" cy="6705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IMAGE_FIELD"/>
          <p:cNvSpPr>
            <a:spLocks noGrp="1"/>
          </p:cNvSpPr>
          <p:nvPr>
            <p:ph type="pic" sz="quarter" idx="13" hasCustomPrompt="1"/>
          </p:nvPr>
        </p:nvSpPr>
        <p:spPr>
          <a:xfrm>
            <a:off x="5846763" y="903287"/>
            <a:ext cx="5127486" cy="52155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 smtClean="0"/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396448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_text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FIELD" title="TITLE_FIELD"/>
          <p:cNvSpPr>
            <a:spLocks noGrp="1"/>
          </p:cNvSpPr>
          <p:nvPr>
            <p:ph type="title" hasCustomPrompt="1"/>
          </p:nvPr>
        </p:nvSpPr>
        <p:spPr>
          <a:xfrm>
            <a:off x="458649" y="222961"/>
            <a:ext cx="10515600" cy="449567"/>
          </a:xfrm>
          <a:prstGeom prst="rect">
            <a:avLst/>
          </a:prstGeom>
        </p:spPr>
        <p:txBody>
          <a:bodyPr/>
          <a:lstStyle>
            <a:lvl1pPr>
              <a:defRPr lang="en-US" sz="2400" baseline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 smtClean="0"/>
              <a:t>Слайд с таблицей. Вариант 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27820" y="6441703"/>
            <a:ext cx="1025979" cy="384006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Прямая соединительная линия 6"/>
          <p:cNvCxnSpPr/>
          <p:nvPr userDrawn="1"/>
        </p:nvCxnSpPr>
        <p:spPr>
          <a:xfrm flipH="1" flipV="1">
            <a:off x="548456" y="672528"/>
            <a:ext cx="12161250" cy="0"/>
          </a:xfrm>
          <a:prstGeom prst="line">
            <a:avLst/>
          </a:prstGeom>
          <a:ln w="15875">
            <a:gradFill flip="none" rotWithShape="1">
              <a:gsLst>
                <a:gs pos="26000">
                  <a:schemeClr val="bg1"/>
                </a:gs>
                <a:gs pos="100000">
                  <a:srgbClr val="003264"/>
                </a:gs>
              </a:gsLst>
              <a:lin ang="0" scaled="1"/>
              <a:tileRect/>
            </a:gra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/>
          <p:cNvCxnSpPr/>
          <p:nvPr userDrawn="1"/>
        </p:nvCxnSpPr>
        <p:spPr>
          <a:xfrm flipH="1">
            <a:off x="0" y="6371812"/>
            <a:ext cx="12161250" cy="0"/>
          </a:xfrm>
          <a:prstGeom prst="line">
            <a:avLst/>
          </a:prstGeom>
          <a:ln w="19050" cmpd="thickThin">
            <a:gradFill flip="none" rotWithShape="1">
              <a:gsLst>
                <a:gs pos="0">
                  <a:srgbClr val="FF6408"/>
                </a:gs>
                <a:gs pos="100000">
                  <a:schemeClr val="bg1"/>
                </a:gs>
              </a:gsLst>
              <a:lin ang="10800000" scaled="1"/>
              <a:tileRect/>
            </a:gradFill>
            <a:headEnd w="lg" len="med"/>
            <a:tailEnd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30396" y="112490"/>
            <a:ext cx="710560" cy="6705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EXT_FIELD" title="TEXT_FIELD"/>
          <p:cNvSpPr>
            <a:spLocks noGrp="1"/>
          </p:cNvSpPr>
          <p:nvPr>
            <p:ph type="body" idx="1" hasCustomPrompt="1"/>
          </p:nvPr>
        </p:nvSpPr>
        <p:spPr>
          <a:xfrm>
            <a:off x="458649" y="902810"/>
            <a:ext cx="4946108" cy="5216071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1008126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F08800"/>
              </a:buClr>
              <a:buSzTx/>
              <a:buFont typeface="Arial" panose="020B0604020202020204" pitchFamily="34" charset="0"/>
              <a:buNone/>
              <a:tabLst/>
              <a:defRPr lang="en-US" sz="1323" kern="1200" dirty="0" smtClean="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1pPr>
            <a:lvl2pPr marL="800100" indent="-342900">
              <a:buClr>
                <a:srgbClr val="FF6408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2pPr>
            <a:lvl3pPr marL="1200150" indent="-285750">
              <a:buClr>
                <a:srgbClr val="FF6408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3pPr>
            <a:lvl4pPr marL="1657350" indent="-285750">
              <a:buClr>
                <a:srgbClr val="FF6408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4pPr>
            <a:lvl5pPr marL="2114550" indent="-285750">
              <a:buClr>
                <a:srgbClr val="FF6408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TEXT_FIELD </a:t>
            </a:r>
            <a:r>
              <a:rPr lang="ru-RU" dirty="0" smtClean="0"/>
              <a:t>Заголовок 3</a:t>
            </a:r>
            <a:endParaRPr lang="en-US" dirty="0" smtClean="0"/>
          </a:p>
          <a:p>
            <a:pPr lvl="1"/>
            <a:r>
              <a:rPr lang="ru-RU" dirty="0" smtClean="0"/>
              <a:t>Заголовок 4</a:t>
            </a:r>
            <a:endParaRPr lang="en-US" dirty="0" smtClean="0"/>
          </a:p>
          <a:p>
            <a:pPr lvl="2"/>
            <a:r>
              <a:rPr lang="ru-RU" dirty="0" smtClean="0"/>
              <a:t>Заголовок 5</a:t>
            </a:r>
            <a:endParaRPr lang="en-US" dirty="0" smtClean="0"/>
          </a:p>
          <a:p>
            <a:pPr lvl="3"/>
            <a:r>
              <a:rPr lang="ru-RU" dirty="0" smtClean="0"/>
              <a:t>Заголовок 6</a:t>
            </a:r>
            <a:endParaRPr lang="en-US" dirty="0" smtClean="0"/>
          </a:p>
          <a:p>
            <a:pPr lvl="4"/>
            <a:r>
              <a:rPr lang="ru-RU" dirty="0" smtClean="0"/>
              <a:t>Заголовок 7</a:t>
            </a:r>
            <a:endParaRPr lang="en-US" dirty="0"/>
          </a:p>
        </p:txBody>
      </p:sp>
      <p:sp>
        <p:nvSpPr>
          <p:cNvPr id="12" name="TABLE_FIELD"/>
          <p:cNvSpPr>
            <a:spLocks noGrp="1"/>
          </p:cNvSpPr>
          <p:nvPr>
            <p:ph type="tbl" sz="half" idx="2" hasCustomPrompt="1"/>
          </p:nvPr>
        </p:nvSpPr>
        <p:spPr>
          <a:xfrm>
            <a:off x="5792649" y="902809"/>
            <a:ext cx="5181600" cy="5216071"/>
          </a:xfrm>
          <a:prstGeom prst="rect">
            <a:avLst/>
          </a:prstGeom>
        </p:spPr>
        <p:txBody>
          <a:bodyPr/>
          <a:lstStyle>
            <a:lvl1pPr marL="0" indent="0" algn="l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323" kern="1200" baseline="0" dirty="0" smtClean="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1pPr>
            <a:lvl2pPr algn="l" rtl="0" eaLnBrk="1" latinLnBrk="0" hangingPunct="1">
              <a:lnSpc>
                <a:spcPct val="90000"/>
              </a:lnSpc>
              <a:buClr>
                <a:srgbClr val="FF6408"/>
              </a:buClr>
              <a:buFont typeface="Arial" panose="020B0604020202020204" pitchFamily="34" charset="0"/>
              <a:defRPr lang="en-US" sz="1323" kern="1200" baseline="0" dirty="0" smtClean="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2pPr>
            <a:lvl3pPr algn="l" rtl="0" eaLnBrk="1" latinLnBrk="0" hangingPunct="1">
              <a:lnSpc>
                <a:spcPct val="90000"/>
              </a:lnSpc>
              <a:buClr>
                <a:srgbClr val="FF6408"/>
              </a:buClr>
              <a:buFont typeface="Arial" panose="020B0604020202020204" pitchFamily="34" charset="0"/>
              <a:defRPr lang="en-US" sz="1323" kern="1200" baseline="0" dirty="0" smtClean="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3pPr>
            <a:lvl4pPr algn="l" rtl="0" eaLnBrk="1" latinLnBrk="0" hangingPunct="1">
              <a:lnSpc>
                <a:spcPct val="90000"/>
              </a:lnSpc>
              <a:buClr>
                <a:srgbClr val="FF6408"/>
              </a:buClr>
              <a:buFont typeface="Arial" panose="020B0604020202020204" pitchFamily="34" charset="0"/>
              <a:defRPr lang="en-US" sz="1323" kern="1200" baseline="0" dirty="0" smtClean="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4pPr>
            <a:lvl5pPr algn="l" rtl="0" eaLnBrk="1" latinLnBrk="0" hangingPunct="1">
              <a:lnSpc>
                <a:spcPct val="90000"/>
              </a:lnSpc>
              <a:buClr>
                <a:srgbClr val="FF6408"/>
              </a:buClr>
              <a:buFont typeface="Arial" panose="020B0604020202020204" pitchFamily="34" charset="0"/>
              <a:defRPr lang="en-US" sz="1323" kern="1200" baseline="0" dirty="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5pPr>
          </a:lstStyle>
          <a:p>
            <a:pPr lvl="0"/>
            <a:r>
              <a:rPr lang="ru-RU" dirty="0" smtClean="0"/>
              <a:t>Таблица</a:t>
            </a:r>
            <a:endParaRPr lang="en-US" dirty="0"/>
          </a:p>
        </p:txBody>
      </p:sp>
      <p:graphicFrame>
        <p:nvGraphicFramePr>
          <p:cNvPr id="3" name="STYLE_TABLE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871754521"/>
              </p:ext>
            </p:extLst>
          </p:nvPr>
        </p:nvGraphicFramePr>
        <p:xfrm>
          <a:off x="12328376" y="3933646"/>
          <a:ext cx="4064000" cy="74168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6668619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iberation Sans"/>
                          <a:ea typeface="+mn-ea"/>
                          <a:cs typeface="+mn-cs"/>
                        </a:rPr>
                        <a:t>ТАБЛИЦА ДЛЯ СТИЛЕЙ</a:t>
                      </a:r>
                      <a:endParaRPr kumimoji="0" lang="ru-RU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Liberation Sans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7028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iberation Sans"/>
                          <a:ea typeface="+mn-ea"/>
                          <a:cs typeface="+mn-cs"/>
                        </a:rPr>
                        <a:t>ТАБЛИЦА ДЛЯ СТИЛЕЙ</a:t>
                      </a:r>
                      <a:endParaRPr kumimoji="0" lang="ru-RU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Liberation Sans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40204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574796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_only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FIELD" title="TITLE_FIELD"/>
          <p:cNvSpPr>
            <a:spLocks noGrp="1"/>
          </p:cNvSpPr>
          <p:nvPr>
            <p:ph type="title" hasCustomPrompt="1"/>
          </p:nvPr>
        </p:nvSpPr>
        <p:spPr>
          <a:xfrm>
            <a:off x="458649" y="222961"/>
            <a:ext cx="10515600" cy="449567"/>
          </a:xfrm>
          <a:prstGeom prst="rect">
            <a:avLst/>
          </a:prstGeom>
        </p:spPr>
        <p:txBody>
          <a:bodyPr/>
          <a:lstStyle>
            <a:lvl1pPr>
              <a:defRPr lang="en-US" sz="2400" baseline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 smtClean="0"/>
              <a:t>Слайд с таблицей. Вариант 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27820" y="6441703"/>
            <a:ext cx="1025979" cy="384006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Прямая соединительная линия 6"/>
          <p:cNvCxnSpPr/>
          <p:nvPr userDrawn="1"/>
        </p:nvCxnSpPr>
        <p:spPr>
          <a:xfrm flipH="1" flipV="1">
            <a:off x="548456" y="672528"/>
            <a:ext cx="12161250" cy="0"/>
          </a:xfrm>
          <a:prstGeom prst="line">
            <a:avLst/>
          </a:prstGeom>
          <a:ln w="15875">
            <a:gradFill flip="none" rotWithShape="1">
              <a:gsLst>
                <a:gs pos="26000">
                  <a:schemeClr val="bg1"/>
                </a:gs>
                <a:gs pos="100000">
                  <a:srgbClr val="003264"/>
                </a:gs>
              </a:gsLst>
              <a:lin ang="0" scaled="1"/>
              <a:tileRect/>
            </a:gra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/>
          <p:cNvCxnSpPr/>
          <p:nvPr userDrawn="1"/>
        </p:nvCxnSpPr>
        <p:spPr>
          <a:xfrm flipH="1">
            <a:off x="0" y="6371812"/>
            <a:ext cx="12161250" cy="0"/>
          </a:xfrm>
          <a:prstGeom prst="line">
            <a:avLst/>
          </a:prstGeom>
          <a:ln w="19050" cmpd="thickThin">
            <a:gradFill flip="none" rotWithShape="1">
              <a:gsLst>
                <a:gs pos="0">
                  <a:srgbClr val="FF6408"/>
                </a:gs>
                <a:gs pos="100000">
                  <a:schemeClr val="bg1"/>
                </a:gs>
              </a:gsLst>
              <a:lin ang="10800000" scaled="1"/>
              <a:tileRect/>
            </a:gradFill>
            <a:headEnd w="lg" len="med"/>
            <a:tailEnd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30396" y="112490"/>
            <a:ext cx="710560" cy="6705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TABLE_FIELD"/>
          <p:cNvSpPr>
            <a:spLocks noGrp="1"/>
          </p:cNvSpPr>
          <p:nvPr>
            <p:ph type="tbl" sz="half" idx="2" hasCustomPrompt="1"/>
          </p:nvPr>
        </p:nvSpPr>
        <p:spPr>
          <a:xfrm>
            <a:off x="458649" y="920472"/>
            <a:ext cx="5181600" cy="5216071"/>
          </a:xfrm>
          <a:prstGeom prst="rect">
            <a:avLst/>
          </a:prstGeom>
        </p:spPr>
        <p:txBody>
          <a:bodyPr/>
          <a:lstStyle>
            <a:lvl1pPr marL="0" indent="0" algn="l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323" kern="1200" baseline="0" dirty="0" smtClean="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1pPr>
            <a:lvl2pPr algn="l" rtl="0" eaLnBrk="1" latinLnBrk="0" hangingPunct="1">
              <a:lnSpc>
                <a:spcPct val="90000"/>
              </a:lnSpc>
              <a:buClr>
                <a:srgbClr val="FF6408"/>
              </a:buClr>
              <a:buFont typeface="Arial" panose="020B0604020202020204" pitchFamily="34" charset="0"/>
              <a:defRPr lang="en-US" sz="1323" kern="1200" baseline="0" dirty="0" smtClean="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2pPr>
            <a:lvl3pPr algn="l" rtl="0" eaLnBrk="1" latinLnBrk="0" hangingPunct="1">
              <a:lnSpc>
                <a:spcPct val="90000"/>
              </a:lnSpc>
              <a:buClr>
                <a:srgbClr val="FF6408"/>
              </a:buClr>
              <a:buFont typeface="Arial" panose="020B0604020202020204" pitchFamily="34" charset="0"/>
              <a:defRPr lang="en-US" sz="1323" kern="1200" baseline="0" dirty="0" smtClean="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3pPr>
            <a:lvl4pPr algn="l" rtl="0" eaLnBrk="1" latinLnBrk="0" hangingPunct="1">
              <a:lnSpc>
                <a:spcPct val="90000"/>
              </a:lnSpc>
              <a:buClr>
                <a:srgbClr val="FF6408"/>
              </a:buClr>
              <a:buFont typeface="Arial" panose="020B0604020202020204" pitchFamily="34" charset="0"/>
              <a:defRPr lang="en-US" sz="1323" kern="1200" baseline="0" dirty="0" smtClean="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4pPr>
            <a:lvl5pPr algn="l" rtl="0" eaLnBrk="1" latinLnBrk="0" hangingPunct="1">
              <a:lnSpc>
                <a:spcPct val="90000"/>
              </a:lnSpc>
              <a:buClr>
                <a:srgbClr val="FF6408"/>
              </a:buClr>
              <a:buFont typeface="Arial" panose="020B0604020202020204" pitchFamily="34" charset="0"/>
              <a:defRPr lang="en-US" sz="1323" kern="1200" baseline="0" dirty="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5pPr>
          </a:lstStyle>
          <a:p>
            <a:pPr lvl="0"/>
            <a:r>
              <a:rPr lang="ru-RU" dirty="0" smtClean="0"/>
              <a:t>Таблица</a:t>
            </a:r>
            <a:endParaRPr lang="en-US" dirty="0"/>
          </a:p>
        </p:txBody>
      </p:sp>
      <p:graphicFrame>
        <p:nvGraphicFramePr>
          <p:cNvPr id="3" name="STYLE_TABLE"/>
          <p:cNvGraphicFramePr>
            <a:graphicFrameLocks noGrp="1"/>
          </p:cNvGraphicFramePr>
          <p:nvPr userDrawn="1">
            <p:extLst/>
          </p:nvPr>
        </p:nvGraphicFramePr>
        <p:xfrm>
          <a:off x="12328376" y="3933646"/>
          <a:ext cx="4064000" cy="74168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6668619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iberation Sans"/>
                          <a:ea typeface="+mn-ea"/>
                          <a:cs typeface="+mn-cs"/>
                        </a:rPr>
                        <a:t>ТАБЛИЦА ДЛЯ СТИЛЕЙ</a:t>
                      </a:r>
                      <a:endParaRPr kumimoji="0" lang="ru-RU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Liberation Sans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7028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iberation Sans"/>
                          <a:ea typeface="+mn-ea"/>
                          <a:cs typeface="+mn-cs"/>
                        </a:rPr>
                        <a:t>ТАБЛИЦА ДЛЯ СТИЛЕЙ</a:t>
                      </a:r>
                      <a:endParaRPr kumimoji="0" lang="ru-RU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Liberation Sans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4020486"/>
                  </a:ext>
                </a:extLst>
              </a:tr>
            </a:tbl>
          </a:graphicData>
        </a:graphic>
      </p:graphicFrame>
      <p:sp>
        <p:nvSpPr>
          <p:cNvPr id="10" name="IMAGE_FIELD"/>
          <p:cNvSpPr>
            <a:spLocks noGrp="1"/>
          </p:cNvSpPr>
          <p:nvPr>
            <p:ph type="pic" sz="quarter" idx="13" hasCustomPrompt="1"/>
          </p:nvPr>
        </p:nvSpPr>
        <p:spPr>
          <a:xfrm>
            <a:off x="5846763" y="903287"/>
            <a:ext cx="5127486" cy="52155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 smtClean="0"/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070932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FIELD" title="TITLE_FIELD"/>
          <p:cNvSpPr>
            <a:spLocks noGrp="1"/>
          </p:cNvSpPr>
          <p:nvPr>
            <p:ph type="ctrTitle" hasCustomPrompt="1"/>
          </p:nvPr>
        </p:nvSpPr>
        <p:spPr>
          <a:xfrm>
            <a:off x="3118757" y="2854487"/>
            <a:ext cx="6180364" cy="1322497"/>
          </a:xfrm>
          <a:prstGeom prst="rect">
            <a:avLst/>
          </a:prstGeom>
          <a:noFill/>
        </p:spPr>
        <p:txBody>
          <a:bodyPr wrap="square" lIns="114300" tIns="57150" rIns="114300" bIns="57150" rtlCol="0" anchor="t" anchorCtr="0">
            <a:noAutofit/>
          </a:bodyPr>
          <a:lstStyle>
            <a:lvl1pPr>
              <a:defRPr lang="en-US" sz="4200" b="1" baseline="0" dirty="0">
                <a:solidFill>
                  <a:srgbClr val="003D80"/>
                </a:solidFill>
              </a:defRPr>
            </a:lvl1pPr>
          </a:lstStyle>
          <a:p>
            <a:pPr marL="0" lvl="0" algn="ctr"/>
            <a:r>
              <a:rPr lang="ru-RU" dirty="0" smtClean="0"/>
              <a:t>Спасибо за внимание!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469359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991" y="712820"/>
            <a:ext cx="2132014" cy="20118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" y="5526372"/>
            <a:ext cx="12191999" cy="700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2803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2308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81" r:id="rId2"/>
    <p:sldLayoutId id="2147483675" r:id="rId3"/>
    <p:sldLayoutId id="2147483678" r:id="rId4"/>
    <p:sldLayoutId id="2147483680" r:id="rId5"/>
    <p:sldLayoutId id="2147483684" r:id="rId6"/>
    <p:sldLayoutId id="2147483683" r:id="rId7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1143000" rtl="0" eaLnBrk="1" latinLnBrk="0" hangingPunct="1">
        <a:lnSpc>
          <a:spcPct val="90000"/>
        </a:lnSpc>
        <a:spcBef>
          <a:spcPct val="0"/>
        </a:spcBef>
        <a:buNone/>
        <a:defRPr lang="en-US" sz="3000" kern="1200" baseline="0" dirty="0">
          <a:solidFill>
            <a:srgbClr val="003264"/>
          </a:solidFill>
          <a:latin typeface="Liberation Sans" panose="020B0604020202020204" pitchFamily="34" charset="0"/>
          <a:ea typeface="Liberation Sans" panose="020B0604020202020204" pitchFamily="34" charset="0"/>
          <a:cs typeface="Liberation Sans" panose="020B0604020202020204" pitchFamily="34" charset="0"/>
        </a:defRPr>
      </a:lvl1pPr>
    </p:titleStyle>
    <p:bodyStyle>
      <a:lvl1pPr marL="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 baseline="0">
          <a:solidFill>
            <a:schemeClr val="tx1"/>
          </a:solidFill>
          <a:latin typeface="Liberation Sans" panose="020B0604020202020204" pitchFamily="34" charset="0"/>
          <a:ea typeface="+mn-ea"/>
          <a:cs typeface="+mn-cs"/>
        </a:defRPr>
      </a:lvl1pPr>
      <a:lvl2pPr marL="450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Liberation Sans" panose="020B0604020202020204" pitchFamily="34" charset="0"/>
          <a:ea typeface="+mn-ea"/>
          <a:cs typeface="+mn-cs"/>
        </a:defRPr>
      </a:lvl2pPr>
      <a:lvl3pPr marL="810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Liberation Sans" panose="020B0604020202020204" pitchFamily="34" charset="0"/>
          <a:ea typeface="+mn-ea"/>
          <a:cs typeface="+mn-cs"/>
        </a:defRPr>
      </a:lvl3pPr>
      <a:lvl4pPr marL="1170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Liberation Sans" panose="020B0604020202020204" pitchFamily="34" charset="0"/>
          <a:ea typeface="+mn-ea"/>
          <a:cs typeface="+mn-cs"/>
        </a:defRPr>
      </a:lvl4pPr>
      <a:lvl5pPr marL="1530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Liberation Sans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>
            <a:noAutofit/>
          </a:bodyPr>
          <a:lstStyle/>
          <a:p>
            <a:pPr algn="ctr"/>
            <a:r>
              <a:rPr sz="3150">
                <a:latin typeface="Liberation Sans"/>
                <a:ea typeface="Liberation Sans"/>
                <a:cs typeface="Liberation Sans"/>
              </a:rPr>
              <a:t>Очень длинное название презентации про развитие распределительного сетевого комплекса региона на период до 2030 года</a:t>
            </a:r>
            <a:endParaRPr sz="31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algn="l"/>
            <a:r>
              <a:rPr sz="2400">
                <a:latin typeface="Liberation Sans"/>
                <a:ea typeface="Liberation Sans"/>
                <a:cs typeface="Liberation Sans"/>
              </a:rPr>
              <a:t>Спецсимволы &lt;&gt;&amp;"'</a:t>
            </a:r>
            <a:endParaRPr sz="24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pPr marL="228600" indent="-22860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8800"/>
              </a:buClr>
              <a:buFont typeface="Arial" panose="020B0604020202020204" pitchFamily="34" charset="0"/>
              <a:buChar char="•"/>
            </a:pPr>
            <a:r>
              <a:rPr sz="1323">
                <a:latin typeface="Liberation Sans"/>
                <a:ea typeface="Liberation Sans"/>
                <a:cs typeface="Liberation Sans"/>
              </a:rPr>
              <a:t>A &amp; B &lt; C &gt; D</a:t>
            </a:r>
            <a:endParaRPr sz="1323"/>
          </a:p>
          <a:p>
            <a:pPr marL="228600" indent="-228600" lvl="0" algn="l">
              <a:lnSpc>
                <a:spcPct val="90000"/>
              </a:lnSpc>
              <a:spcBef>
                <a:spcPts val="595"/>
              </a:spcBef>
              <a:spcAft>
                <a:spcPts val="0"/>
              </a:spcAft>
              <a:buClr>
                <a:srgbClr val="F08800"/>
              </a:buClr>
              <a:buFont typeface="Arial" panose="020B0604020202020204" pitchFamily="34" charset="0"/>
              <a:buChar char="•"/>
            </a:pPr>
            <a:r>
              <a:rPr sz="1323">
                <a:latin typeface="Liberation Sans"/>
                <a:ea typeface="Liberation Sans"/>
                <a:cs typeface="Liberation Sans"/>
              </a:rPr>
              <a:t>уже с маркером</a:t>
            </a:r>
            <a:endParaRPr sz="1323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algn="l"/>
            <a:r>
              <a:rPr sz="2400">
                <a:latin typeface="Liberation Sans"/>
                <a:ea typeface="Liberation Sans"/>
                <a:cs typeface="Liberation Sans"/>
              </a:rPr>
              <a:t>Таблица без источника</a:t>
            </a:r>
            <a:endParaRPr sz="2400"/>
          </a:p>
        </p:txBody>
      </p:sp>
      <p:graphicFrame>
        <p:nvGraphicFramePr>
          <p:cNvPr id="3" name="TABLE"/>
          <p:cNvGraphicFramePr>
            <a:graphicFrameLocks noGrp="1"/>
          </p:cNvGraphicFramePr>
          <p:nvPr>
            <p:ph type="tbl" idx="2" sz="half"/>
          </p:nvPr>
        </p:nvGraphicFramePr>
        <p:xfrm>
          <a:off x="458649" y="920472"/>
          <a:ext cx="5257800" cy="794004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2628900"/>
                <a:gridCol w="2628900"/>
              </a:tblGrid>
              <a:tr h="264668"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a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254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b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254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</a:tr>
              <a:tr h="264668"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254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254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</a:tr>
              <a:tr h="264668"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3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algn="l"/>
            <a:r>
              <a:rPr sz="2400">
                <a:latin typeface="Liberation Sans"/>
                <a:ea typeface="Liberation Sans"/>
                <a:cs typeface="Liberation Sans"/>
              </a:rPr>
              <a:t>Только подзаголовок</a:t>
            </a:r>
            <a:endParaRPr sz="24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pPr marL="0" indent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23" b="1">
                <a:latin typeface="Liberation Sans"/>
                <a:ea typeface="Liberation Sans"/>
                <a:cs typeface="Liberation Sans"/>
              </a:rPr>
              <a:t>Пояснение без буллетов</a:t>
            </a:r>
            <a:endParaRPr sz="1323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Liberation Sans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Liberation Sans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iberation Sans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iberation Sans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Liberation Sans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Liberation Sans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deckgen</Application>
  <Slides>4</Slides>
  <Notes>0</Notes>
  <HiddenSlides>0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Очень длинное название презентации про развитие распределительного сетевого комплекса региона на период до 2030 года</dc:title>
  <dc:subject/>
  <dc:creator/>
  <cp:keywords/>
  <dc:description>generated using python-pptx</dc:description>
  <cp:lastModifiedBy>User</cp:lastModifiedBy>
  <cp:revision>71</cp:revision>
  <dcterms:created xsi:type="dcterms:W3CDTF">2013-01-27T09:14:16Z</dcterms:created>
  <dcterms:modified xsi:type="dcterms:W3CDTF">2025-08-14T08:38:17Z</dcterms:modified>
  <cp:category/>
</cp:coreProperties>
</file>