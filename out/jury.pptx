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Светлый стиль 3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828" autoAdjust="0"/>
  </p:normalViewPr>
  <p:slideViewPr>
    <p:cSldViewPr snapToGrid="0" snapToObjects="1">
      <p:cViewPr varScale="1">
        <p:scale>
          <a:sx n="102" d="100"/>
          <a:sy n="102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2634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handoutMaster" Target="handoutMasters/handout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345A26-03BB-4187-8D70-8D5361528A81}" type="datetimeFigureOut">
              <a:rPr lang="ru-RU" smtClean="0"/>
              <a:t>14.08.2025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E6483-D6E6-46CD-B44E-327AE4BA440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38944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D78BF-0394-D549-A535-A40133B5DC51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4FCC19-E3A1-4B4F-9AAC-715A6622D0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06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44FCC19-E3A1-4B4F-9AAC-715A6622D00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96428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_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начальный.</a:t>
            </a:r>
            <a:r>
              <a:rPr lang="en-US" dirty="0" smtClean="0"/>
              <a:t> </a:t>
            </a:r>
            <a:r>
              <a:rPr lang="ru-RU" dirty="0" smtClean="0"/>
              <a:t>Вариант 1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133D12-CE5E-6B41-8E9D-91EDFBAFC85F}" type="datetime1">
              <a:rPr lang="en-GB" smtClean="0"/>
              <a:t>14/08/2025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_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ctrTitle" hasCustomPrompt="1"/>
          </p:nvPr>
        </p:nvSpPr>
        <p:spPr>
          <a:xfrm>
            <a:off x="589935" y="2854487"/>
            <a:ext cx="10854813" cy="1322497"/>
          </a:xfrm>
          <a:prstGeom prst="rect">
            <a:avLst/>
          </a:prstGeom>
          <a:noFill/>
        </p:spPr>
        <p:txBody>
          <a:bodyPr wrap="square" lIns="114300" tIns="57150" rIns="114300" bIns="57150" rtlCol="0" anchor="t" anchorCtr="0">
            <a:normAutofit/>
          </a:bodyPr>
          <a:lstStyle>
            <a:lvl1pPr>
              <a:defRPr lang="en-US" sz="4200" b="1" baseline="0" dirty="0">
                <a:solidFill>
                  <a:srgbClr val="003D80"/>
                </a:solidFill>
              </a:defRPr>
            </a:lvl1pPr>
          </a:lstStyle>
          <a:p>
            <a:pPr marL="0" lvl="0" algn="ctr"/>
            <a:r>
              <a:rPr lang="ru-RU" dirty="0" smtClean="0"/>
              <a:t>Слайд раздела. Вариант 1. Название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469359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991" y="712820"/>
            <a:ext cx="2132014" cy="20118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" y="5526372"/>
            <a:ext cx="12191999" cy="70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6482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10515600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Tx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_tex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обычный. Вариант 2</a:t>
            </a:r>
            <a:endParaRPr lang="en-US" dirty="0"/>
          </a:p>
        </p:txBody>
      </p:sp>
      <p:sp>
        <p:nvSpPr>
          <p:cNvPr id="3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IMAGE_FIELD"/>
          <p:cNvSpPr>
            <a:spLocks noGrp="1"/>
          </p:cNvSpPr>
          <p:nvPr>
            <p:ph type="pic" sz="quarter" idx="13" hasCustomPrompt="1"/>
          </p:nvPr>
        </p:nvSpPr>
        <p:spPr>
          <a:xfrm>
            <a:off x="5846763" y="903287"/>
            <a:ext cx="5127486" cy="521559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smtClean="0"/>
              <a:t>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396448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FIELD" title="TITLE_FIELD"/>
          <p:cNvSpPr>
            <a:spLocks noGrp="1"/>
          </p:cNvSpPr>
          <p:nvPr>
            <p:ph type="title" hasCustomPrompt="1"/>
          </p:nvPr>
        </p:nvSpPr>
        <p:spPr>
          <a:xfrm>
            <a:off x="458649" y="222961"/>
            <a:ext cx="10515600" cy="449567"/>
          </a:xfrm>
          <a:prstGeom prst="rect">
            <a:avLst/>
          </a:prstGeom>
        </p:spPr>
        <p:txBody>
          <a:bodyPr/>
          <a:lstStyle>
            <a:lvl1pPr>
              <a:defRPr lang="en-US" sz="2400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ru-RU" dirty="0" smtClean="0"/>
              <a:t>Слайд с таблицей. Вариант 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27820" y="6441703"/>
            <a:ext cx="1025979" cy="384006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Прямая соединительная линия 6"/>
          <p:cNvCxnSpPr/>
          <p:nvPr userDrawn="1"/>
        </p:nvCxnSpPr>
        <p:spPr>
          <a:xfrm flipH="1" flipV="1">
            <a:off x="548456" y="672528"/>
            <a:ext cx="12161250" cy="0"/>
          </a:xfrm>
          <a:prstGeom prst="line">
            <a:avLst/>
          </a:prstGeom>
          <a:ln w="15875">
            <a:gradFill flip="none" rotWithShape="1">
              <a:gsLst>
                <a:gs pos="26000">
                  <a:schemeClr val="bg1"/>
                </a:gs>
                <a:gs pos="100000">
                  <a:srgbClr val="003264"/>
                </a:gs>
              </a:gsLst>
              <a:lin ang="0" scaled="1"/>
              <a:tileRect/>
            </a:gra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 userDrawn="1"/>
        </p:nvCxnSpPr>
        <p:spPr>
          <a:xfrm flipH="1">
            <a:off x="0" y="6371812"/>
            <a:ext cx="12161250" cy="0"/>
          </a:xfrm>
          <a:prstGeom prst="line">
            <a:avLst/>
          </a:prstGeom>
          <a:ln w="19050" cmpd="thickThin">
            <a:gradFill flip="none" rotWithShape="1">
              <a:gsLst>
                <a:gs pos="0">
                  <a:srgbClr val="FF6408"/>
                </a:gs>
                <a:gs pos="100000">
                  <a:schemeClr val="bg1"/>
                </a:gs>
              </a:gsLst>
              <a:lin ang="10800000" scaled="1"/>
              <a:tileRect/>
            </a:gradFill>
            <a:headEnd w="lg" len="med"/>
            <a:tailEnd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9" name="Picture 3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30396" y="112490"/>
            <a:ext cx="710560" cy="670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_FIELD" title="TEXT_FIELD"/>
          <p:cNvSpPr>
            <a:spLocks noGrp="1"/>
          </p:cNvSpPr>
          <p:nvPr>
            <p:ph type="body" idx="1" hasCustomPrompt="1"/>
          </p:nvPr>
        </p:nvSpPr>
        <p:spPr>
          <a:xfrm>
            <a:off x="458649" y="902810"/>
            <a:ext cx="4946108" cy="5216071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008126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F08800"/>
              </a:buClr>
              <a:buSzTx/>
              <a:buFont typeface="Arial" panose="020B0604020202020204" pitchFamily="34" charset="0"/>
              <a:buNone/>
              <a:tabLst/>
              <a:defRPr lang="en-US" sz="1323" kern="120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marL="800100" indent="-34290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2pPr>
            <a:lvl3pPr marL="12001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3pPr>
            <a:lvl4pPr marL="16573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4pPr>
            <a:lvl5pPr marL="2114550" indent="-285750">
              <a:buClr>
                <a:srgbClr val="FF6408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TEXT_FIELD </a:t>
            </a:r>
            <a:r>
              <a:rPr lang="ru-RU" dirty="0" smtClean="0"/>
              <a:t>Заголовок 3</a:t>
            </a:r>
            <a:endParaRPr lang="en-US" dirty="0" smtClean="0"/>
          </a:p>
          <a:p>
            <a:pPr lvl="1"/>
            <a:r>
              <a:rPr lang="ru-RU" dirty="0" smtClean="0"/>
              <a:t>Заголовок 4</a:t>
            </a:r>
            <a:endParaRPr lang="en-US" dirty="0" smtClean="0"/>
          </a:p>
          <a:p>
            <a:pPr lvl="2"/>
            <a:r>
              <a:rPr lang="ru-RU" dirty="0" smtClean="0"/>
              <a:t>Заголовок 5</a:t>
            </a:r>
            <a:endParaRPr lang="en-US" dirty="0" smtClean="0"/>
          </a:p>
          <a:p>
            <a:pPr lvl="3"/>
            <a:r>
              <a:rPr lang="ru-RU" dirty="0" smtClean="0"/>
              <a:t>Заголовок 6</a:t>
            </a:r>
            <a:endParaRPr lang="en-US" dirty="0" smtClean="0"/>
          </a:p>
          <a:p>
            <a:pPr lvl="4"/>
            <a:r>
              <a:rPr lang="ru-RU" dirty="0" smtClean="0"/>
              <a:t>Заголовок 7</a:t>
            </a:r>
            <a:endParaRPr lang="en-US" dirty="0"/>
          </a:p>
        </p:txBody>
      </p:sp>
      <p:sp>
        <p:nvSpPr>
          <p:cNvPr id="12" name="TABLE_FIELD"/>
          <p:cNvSpPr>
            <a:spLocks noGrp="1"/>
          </p:cNvSpPr>
          <p:nvPr>
            <p:ph type="tbl" sz="half" idx="2" hasCustomPrompt="1"/>
          </p:nvPr>
        </p:nvSpPr>
        <p:spPr>
          <a:xfrm>
            <a:off x="5792649" y="902809"/>
            <a:ext cx="5181600" cy="5216071"/>
          </a:xfrm>
          <a:prstGeom prst="rect">
            <a:avLst/>
          </a:prstGeom>
        </p:spPr>
        <p:txBody>
          <a:bodyPr/>
          <a:lstStyle>
            <a:lvl1pPr marL="0" indent="0" algn="l" rtl="0" eaLnBrk="1" latinLnBrk="0" hangingPunct="1">
              <a:lnSpc>
                <a:spcPct val="90000"/>
              </a:lnSpc>
              <a:buFont typeface="Arial" panose="020B0604020202020204" pitchFamily="34" charset="0"/>
              <a:buNone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1pPr>
            <a:lvl2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2pPr>
            <a:lvl3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3pPr>
            <a:lvl4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 smtClean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4pPr>
            <a:lvl5pPr algn="l" rtl="0" eaLnBrk="1" latinLnBrk="0" hangingPunct="1">
              <a:lnSpc>
                <a:spcPct val="90000"/>
              </a:lnSpc>
              <a:buClr>
                <a:srgbClr val="FF6408"/>
              </a:buClr>
              <a:buFont typeface="Arial" panose="020B0604020202020204" pitchFamily="34" charset="0"/>
              <a:defRPr lang="en-US" sz="1323" kern="1200" baseline="0" dirty="0">
                <a:solidFill>
                  <a:schemeClr val="tx1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defRPr>
            </a:lvl5pPr>
          </a:lstStyle>
          <a:p>
            <a:pPr lvl="0"/>
            <a:r>
              <a:rPr lang="ru-RU" dirty="0" smtClean="0"/>
              <a:t>Таблица</a:t>
            </a:r>
            <a:endParaRPr lang="en-US" dirty="0"/>
          </a:p>
        </p:txBody>
      </p:sp>
      <p:graphicFrame>
        <p:nvGraphicFramePr>
          <p:cNvPr id="3" name="STYLE_TABLE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71754521"/>
              </p:ext>
            </p:extLst>
          </p:nvPr>
        </p:nvGraphicFramePr>
        <p:xfrm>
          <a:off x="12328376" y="3933646"/>
          <a:ext cx="4064000" cy="74168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668619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70288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8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ТАБЛИЦА ДЛЯ СТИЛЕЙ</a:t>
                      </a:r>
                      <a:endParaRPr kumimoji="0" lang="ru-RU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204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574796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230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1" r:id="rId2"/>
    <p:sldLayoutId id="2147483675" r:id="rId3"/>
    <p:sldLayoutId id="2147483678" r:id="rId4"/>
    <p:sldLayoutId id="2147483680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43000" rtl="0" eaLnBrk="1" latinLnBrk="0" hangingPunct="1">
        <a:lnSpc>
          <a:spcPct val="90000"/>
        </a:lnSpc>
        <a:spcBef>
          <a:spcPct val="0"/>
        </a:spcBef>
        <a:buNone/>
        <a:defRPr lang="en-US" sz="3000" kern="1200" baseline="0" dirty="0">
          <a:solidFill>
            <a:srgbClr val="003264"/>
          </a:solidFill>
          <a:latin typeface="Liberation Sans" panose="020B0604020202020204" pitchFamily="34" charset="0"/>
          <a:ea typeface="Liberation Sans" panose="020B0604020202020204" pitchFamily="34" charset="0"/>
          <a:cs typeface="Liberation Sans" panose="020B0604020202020204" pitchFamily="34" charset="0"/>
        </a:defRPr>
      </a:lvl1pPr>
    </p:titleStyle>
    <p:bodyStyle>
      <a:lvl1pPr marL="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1pPr>
      <a:lvl2pPr marL="45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2pPr>
      <a:lvl3pPr marL="81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3pPr>
      <a:lvl4pPr marL="117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4pPr>
      <a:lvl5pPr marL="1530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Liberation Sans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4294967295"/>
          </p:nvPr>
        </p:nvSpPr>
        <p:spPr>
          <a:xfrm>
            <a:off x="5930895" y="4306817"/>
            <a:ext cx="330219" cy="50321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02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1879</TotalTime>
  <Words>2</Words>
  <Application>Microsoft Office PowerPoint</Application>
  <PresentationFormat>Широкоэкранный</PresentationFormat>
  <Paragraphs>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Liberation Sans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User</cp:lastModifiedBy>
  <cp:revision>71</cp:revision>
  <dcterms:created xsi:type="dcterms:W3CDTF">2013-01-27T09:14:16Z</dcterms:created>
  <dcterms:modified xsi:type="dcterms:W3CDTF">2025-08-14T08:38:17Z</dcterms:modified>
  <cp:category/>
</cp:coreProperties>
</file>