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828" autoAdjust="0"/>
  </p:normalViewPr>
  <p:slideViewPr>
    <p:cSldViewPr snapToGrid="0" snapToObjects="1">
      <p:cViewPr varScale="1">
        <p:scale>
          <a:sx n="102" d="100"/>
          <a:sy n="102" d="100"/>
        </p:scale>
        <p:origin x="9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2634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45A26-03BB-4187-8D70-8D5361528A81}" type="datetimeFigureOut">
              <a:rPr lang="ru-RU" smtClean="0"/>
              <a:t>14.08.2025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E6483-D6E6-46CD-B44E-327AE4BA44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894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78BF-0394-D549-A535-A40133B5DC51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CC19-E3A1-4B4F-9AAC-715A6622D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rm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начальный.</a:t>
            </a:r>
            <a:r>
              <a:rPr lang="en-US" dirty="0" smtClean="0"/>
              <a:t> </a:t>
            </a:r>
            <a:r>
              <a:rPr lang="ru-RU" dirty="0" smtClean="0"/>
              <a:t>Вариант 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133D12-CE5E-6B41-8E9D-91EDFBAFC85F}" type="datetime1">
              <a:rPr lang="en-GB" smtClean="0"/>
              <a:t>14/08/2025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rm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раздела. Вариант 1. Название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48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10515600" cy="521607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Tx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2</a:t>
            </a:r>
            <a:endParaRPr lang="en-US" dirty="0"/>
          </a:p>
        </p:txBody>
      </p:sp>
      <p:sp>
        <p:nvSpPr>
          <p:cNvPr id="3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644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5792649" y="902809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1754521"/>
              </p:ext>
            </p:extLst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47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only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458649" y="920472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/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7093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3118757" y="2854487"/>
            <a:ext cx="6180364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rm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Спасибо за внимание!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80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3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  <p:sldLayoutId id="2147483675" r:id="rId3"/>
    <p:sldLayoutId id="2147483678" r:id="rId4"/>
    <p:sldLayoutId id="2147483680" r:id="rId5"/>
    <p:sldLayoutId id="2147483684" r:id="rId6"/>
    <p:sldLayoutId id="2147483683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lang="en-US" sz="3000" kern="1200" baseline="0" dirty="0">
          <a:solidFill>
            <a:srgbClr val="003264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1pPr>
      <a:lvl2pPr marL="45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2pPr>
      <a:lvl3pPr marL="81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3pPr>
      <a:lvl4pPr marL="117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4pPr>
      <a:lvl5pPr marL="153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latin typeface="Liberation Sans"/>
              </a:rPr>
              <a:t>Итоги производственной деятельности филиала за 2024 год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" y="4251960"/>
            <a:ext cx="1024128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0">
                <a:latin typeface="Liberation Sans"/>
              </a:rPr>
              <a:t>Докладчик: заместитель директора по производству, февраль 2025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400" b="1">
                <a:latin typeface="Liberation Sans"/>
              </a:rPr>
              <a:t>Производство электроэнергии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sz="1400" b="0">
                <a:latin typeface="Liberation Sans"/>
              </a:rPr>
              <a:t>Выработка электроэнергии в 2024 году составила 19,1 млрд кВт·ч, что на 3,2 % выше уровня 2023 года.</a:t>
            </a:r>
          </a:p>
          <a:p>
            <a:r>
              <a:rPr sz="1400" b="0">
                <a:latin typeface="Liberation Sans"/>
              </a:rPr>
              <a:t>Коэффициент использования установленной мощности (КИУМ) составил 52,3 %.</a:t>
            </a:r>
          </a:p>
          <a:p>
            <a:r>
              <a:rPr sz="1400" b="0">
                <a:latin typeface="Liberation Sans"/>
              </a:rPr>
              <a:t>Удельный расход условного топлива снизился до 318,4 г/кВт·ч.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400" b="1">
                <a:latin typeface="Liberation Sans"/>
              </a:rPr>
              <a:t>Ремонтная кампания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sz="1400" b="0">
                <a:latin typeface="Liberation Sans"/>
              </a:rPr>
              <a:t>Выполнены капитальные ремонты 4 энергоблоков и 2 котлоагрегатов.</a:t>
            </a:r>
          </a:p>
          <a:p>
            <a:r>
              <a:rPr sz="1400" b="0">
                <a:latin typeface="Liberation Sans"/>
              </a:rPr>
              <a:t>Затраты на ремонтную программу составили 1 234,5 млн руб. при плане 1 300,0 млн руб.</a:t>
            </a:r>
          </a:p>
          <a:p>
            <a:r>
              <a:rPr sz="1400" b="0">
                <a:latin typeface="Liberation Sans"/>
              </a:rPr>
              <a:t>Аварийность снизилась: зафиксировано 3 технологических нарушения против 7 в 2023 году.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400" b="1">
                <a:latin typeface="Liberation Sans"/>
              </a:rPr>
              <a:t>Основные показатели, план-факт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20472"/>
          <a:ext cx="5181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0"/>
                <a:gridCol w="1036320"/>
                <a:gridCol w="1036320"/>
                <a:gridCol w="1036320"/>
                <a:gridCol w="1036320"/>
              </a:tblGrid>
              <a:tr h="3708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1">
                          <a:latin typeface="Liberation Sans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1">
                          <a:latin typeface="Liberation Sans"/>
                        </a:rPr>
                        <a:t>Ед. изм.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1">
                          <a:latin typeface="Liberation Sans"/>
                        </a:rPr>
                        <a:t>План 2024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1">
                          <a:latin typeface="Liberation Sans"/>
                        </a:rPr>
                        <a:t>Факт 2024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1">
                          <a:latin typeface="Liberation Sans"/>
                        </a:rPr>
                        <a:t>Откл., %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Выработка электроэнергии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млрд кВт·ч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18,7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19,1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2,1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Отпуск тепла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тыс. Гкал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5 420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5 388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−0,6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КИУМ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51,0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52,3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2,5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Затраты на ремонты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млн руб.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1 300,0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1 234,5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−5,0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Технологические нарушения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шт.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≤ 5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100" b="0">
                          <a:latin typeface="Liberation Sans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400" b="1">
                <a:latin typeface="Liberation Sans"/>
              </a:rPr>
              <a:t>Задачи на 2025 год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sz="1400" b="0">
                <a:latin typeface="Liberation Sans"/>
              </a:rPr>
              <a:t>Завершить модернизацию энергоблока № 2 до 1 декабря 2025 года.</a:t>
            </a:r>
          </a:p>
          <a:p>
            <a:r>
              <a:rPr sz="1400" b="0">
                <a:latin typeface="Liberation Sans"/>
              </a:rPr>
              <a:t>Довести КИУМ до уровня не ниже 53 %.</a:t>
            </a:r>
          </a:p>
          <a:p>
            <a:r>
              <a:rPr sz="1400" b="0">
                <a:latin typeface="Liberation Sans"/>
              </a:rPr>
              <a:t>Внедрить систему предиктивной диагностики на 2 энергоблоках.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r>
              <a:rPr sz="2800" b="1">
                <a:latin typeface="Liberation Sans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1879</TotalTime>
  <Words>2</Words>
  <Application>Microsoft Office PowerPoint</Application>
  <PresentationFormat>Широкоэкранный</PresentationFormat>
  <Paragraphs>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Liberation Sans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71</cp:revision>
  <dcterms:created xsi:type="dcterms:W3CDTF">2013-01-27T09:14:16Z</dcterms:created>
  <dcterms:modified xsi:type="dcterms:W3CDTF">2025-08-14T08:38:17Z</dcterms:modified>
  <cp:category/>
</cp:coreProperties>
</file>