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0"/>
  </p:notesMasterIdLst>
  <p:sldIdLst>
    <p:sldId id="1567" r:id="rId35"/>
    <p:sldId id="1568" r:id="rId36"/>
    <p:sldId id="1569" r:id="rId37"/>
  </p:sldIdLst>
  <p:sldSz cx="13430250" cy="7561263"/>
  <p:notesSz cx="6858000" cy="9144000"/>
  <p:defaultTextStyle>
    <a:defPPr>
      <a:defRPr lang="ru-RU"/>
    </a:defPPr>
    <a:lvl1pPr marL="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1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3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14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86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57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29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00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72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64"/>
    <a:srgbClr val="F08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94" y="108"/>
      </p:cViewPr>
      <p:guideLst>
        <p:guide orient="horz" pos="2382"/>
        <p:guide pos="42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1.xml"/><Relationship Id="rId36" Type="http://schemas.openxmlformats.org/officeDocument/2006/relationships/slide" Target="slides/slide2.xml"/><Relationship Id="rId37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A21E0-EF45-48AD-9BC2-7CE82BAC6BDB}" type="datetimeFigureOut">
              <a:rPr lang="ru-RU" smtClean="0"/>
              <a:t>25.04.2024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2863E-8975-454E-B881-E50B23E8DA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961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1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3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14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86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57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9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00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72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0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725" y="329102"/>
            <a:ext cx="1481139" cy="1397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9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r="3661"/>
          <a:stretch/>
        </p:blipFill>
        <p:spPr>
          <a:xfrm>
            <a:off x="0" y="3699426"/>
            <a:ext cx="13430250" cy="69222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0" y="3699426"/>
            <a:ext cx="13430250" cy="692227"/>
          </a:xfrm>
          <a:prstGeom prst="rect">
            <a:avLst/>
          </a:prstGeom>
        </p:spPr>
        <p:txBody>
          <a:bodyPr vert="horz" lIns="114300" tIns="57150" rIns="114300" bIns="57150" rtlCol="0" anchor="ctr">
            <a:noAutofit/>
          </a:bodyPr>
          <a:lstStyle>
            <a:lvl1pPr algn="ctr">
              <a:defRPr lang="en-US" sz="4000" b="1" kern="1200" spc="169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198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 userDrawn="1"/>
        </p:nvCxnSpPr>
        <p:spPr>
          <a:xfrm flipH="1">
            <a:off x="548456" y="7212734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548456" y="7226767"/>
            <a:ext cx="2101537" cy="269304"/>
          </a:xfrm>
          <a:prstGeom prst="rect">
            <a:avLst/>
          </a:prstGeom>
          <a:noFill/>
        </p:spPr>
        <p:txBody>
          <a:bodyPr wrap="none" lIns="114300" tIns="57150" rIns="114300" bIns="57150" rtlCol="0">
            <a:noAutofit/>
          </a:bodyPr>
          <a:lstStyle/>
          <a:p>
            <a:pPr algn="l"/>
            <a:r>
              <a:rPr lang="ru-RU" sz="1000" dirty="0">
                <a:solidFill>
                  <a:srgbClr val="003D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ПРЕЗЕНТАЦИЯ О КОМПАНИИ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48457" y="254782"/>
            <a:ext cx="11509530" cy="409868"/>
          </a:xfrm>
          <a:prstGeom prst="rect">
            <a:avLst/>
          </a:prstGeom>
        </p:spPr>
        <p:txBody>
          <a:bodyPr vert="horz" lIns="114300" tIns="57150" rIns="114300" bIns="57150" rtlCol="0" anchor="ctr">
            <a:noAutofit/>
          </a:bodyPr>
          <a:lstStyle>
            <a:lvl1pPr>
              <a:defRPr sz="3000" baseline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ru-RU" dirty="0"/>
              <a:t>НАИМЕНОВАНИЕ СЛАЙДА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10795856" y="7015173"/>
            <a:ext cx="2277165" cy="469359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noAutofit/>
          </a:bodyPr>
          <a:lstStyle/>
          <a:p>
            <a:pPr algn="r"/>
            <a:fld id="{44A0DB5A-4A1A-4420-9295-8BB2A863997E}" type="slidenum">
              <a:rPr lang="ru-RU" smtClean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pPr algn="r"/>
              <a:t>‹#›</a:t>
            </a:fld>
            <a:endParaRPr lang="ru-RU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0267" y="91492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829078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r="3661"/>
          <a:stretch/>
        </p:blipFill>
        <p:spPr>
          <a:xfrm>
            <a:off x="0" y="3699426"/>
            <a:ext cx="13430250" cy="6922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42" y="3675674"/>
            <a:ext cx="13419769" cy="730969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noAutofit/>
          </a:bodyPr>
          <a:lstStyle/>
          <a:p>
            <a:pPr algn="ctr"/>
            <a:r>
              <a:rPr lang="ru-RU" sz="4000" b="1" spc="169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СПАСИБО ЗА ВНИМАНИЕ!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65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0214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331" y="7008174"/>
            <a:ext cx="3021806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7C0EF-CED6-48CD-8063-EDF64048513D}" type="datetimeFigureOut">
              <a:rPr lang="ru-RU" smtClean="0"/>
              <a:t>25.04.2024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48772" y="7008174"/>
            <a:ext cx="4532710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85115" y="7008174"/>
            <a:ext cx="3021806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54648-EF90-4CD3-A4B4-AE31895184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18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88" r:id="rId3"/>
    <p:sldLayoutId id="2147483686" r:id="rId4"/>
    <p:sldLayoutId id="2147483689" r:id="rId5"/>
    <p:sldLayoutId id="2147483672" r:id="rId6"/>
  </p:sldLayoutIdLst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1143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57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28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00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571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Баланс мощности (1/3)</a:t>
            </a:r>
            <a:endParaRPr sz="2400"/>
          </a:p>
        </p:txBody>
      </p:sp>
      <p:sp>
        <p:nvSpPr>
          <p:cNvPr id="6" name="TEXT"/>
          <p:cNvSpPr txBox="1"/>
          <p:nvPr/>
        </p:nvSpPr>
        <p:spPr>
          <a:xfrm>
            <a:off x="548457" y="884890"/>
            <a:ext cx="12219181" cy="61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2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Пиковая нагрузка выросла на 3,1%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Баланс мощности (2/3)</a:t>
            </a:r>
            <a:endParaRPr sz="2400"/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457" y="884890"/>
          <a:ext cx="7893399" cy="40009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0965"/>
                <a:gridCol w="680845"/>
                <a:gridCol w="680845"/>
                <a:gridCol w="680845"/>
                <a:gridCol w="680845"/>
                <a:gridCol w="739103"/>
                <a:gridCol w="739103"/>
                <a:gridCol w="680848"/>
              </a:tblGrid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14,4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16,5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21,4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24,5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16,1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28,4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32,5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20,1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35,4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40,5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6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24,1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42,4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48,5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7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28,1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49,4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56,5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32,1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56,4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64,5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36,1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63,4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72,5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40,1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70,4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80,5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44,1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77,4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88,5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48,1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84,4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96,5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52,1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91,4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104,5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56,1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98,4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112,5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60,1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105,4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120,5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Баланс мощности (3/3)</a:t>
            </a:r>
            <a:endParaRPr sz="2400"/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48457" y="884890"/>
          <a:ext cx="8009914" cy="3750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0965"/>
                <a:gridCol w="680845"/>
                <a:gridCol w="739103"/>
                <a:gridCol w="739103"/>
                <a:gridCol w="680845"/>
                <a:gridCol w="739103"/>
                <a:gridCol w="739103"/>
                <a:gridCol w="680847"/>
              </a:tblGrid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184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16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64,1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112,4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128,5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17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68,1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119,4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136,5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72,1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126,4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144,5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76,1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133,4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152,5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80,1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140,4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160,5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84,1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147,4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168,5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88,1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154,4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176,5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23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92,1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161,4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184,5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96,1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168,4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192,5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100,1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125,2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175,4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200,5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26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104,1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130,2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182,4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208,5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27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108,1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135,2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189,4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216,5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28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112,1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140,2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196,4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224,5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29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116,1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145,2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203,4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232,5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deckgen</Application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Кадушин Александр Владимирович</dc:creator>
  <cp:lastModifiedBy>Кадушин Александр Владимирович</cp:lastModifiedBy>
  <cp:revision>29</cp:revision>
  <dcterms:created xsi:type="dcterms:W3CDTF">2019-10-09T15:53:58Z</dcterms:created>
  <dcterms:modified xsi:type="dcterms:W3CDTF">2024-04-25T14:46:40Z</dcterms:modified>
</cp:coreProperties>
</file>