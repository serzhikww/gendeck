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1567" r:id="rId35"/>
    <p:sldId id="1568" r:id="rId36"/>
    <p:sldId id="1569" r:id="rId37"/>
    <p:sldId id="1570" r:id="rId38"/>
  </p:sldIdLst>
  <p:sldSz cx="13430250" cy="7561263"/>
  <p:notesSz cx="6858000" cy="9144000"/>
  <p:defaultTextStyle>
    <a:defPPr>
      <a:defRPr lang="ru-RU"/>
    </a:defPPr>
    <a:lvl1pPr marL="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4"/>
    <a:srgbClr val="F0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94" y="108"/>
      </p:cViewPr>
      <p:guideLst>
        <p:guide orient="horz" pos="2382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21E0-EF45-48AD-9BC2-7CE82BAC6BDB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2863E-8975-454E-B881-E50B23E8DA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0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725" y="329102"/>
            <a:ext cx="1481139" cy="139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3699426"/>
            <a:ext cx="13430250" cy="692227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 algn="ctr">
              <a:defRPr lang="en-US" sz="4000" b="1" kern="1200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9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548456" y="7212734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48456" y="7226767"/>
            <a:ext cx="2101537" cy="269304"/>
          </a:xfrm>
          <a:prstGeom prst="rect">
            <a:avLst/>
          </a:prstGeom>
          <a:noFill/>
        </p:spPr>
        <p:txBody>
          <a:bodyPr wrap="none" lIns="114300" tIns="57150" rIns="114300" bIns="57150" rtlCol="0">
            <a:noAutofit/>
          </a:bodyPr>
          <a:lstStyle/>
          <a:p>
            <a:pPr algn="l"/>
            <a:r>
              <a:rPr lang="ru-RU" sz="1000" dirty="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ПРЕЗЕНТАЦИЯ О КОМПАНИИ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48457" y="254782"/>
            <a:ext cx="11509530" cy="409868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>
              <a:defRPr sz="3000" baseline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НАИМЕНОВАНИЕ СЛАЙДА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0795856" y="7015173"/>
            <a:ext cx="2277165" cy="46935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r"/>
            <a:fld id="{44A0DB5A-4A1A-4420-9295-8BB2A863997E}" type="slidenum">
              <a:rPr lang="ru-RU" smtClean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pPr algn="r"/>
              <a:t>‹#›</a:t>
            </a:fld>
            <a:endParaRPr lang="ru-RU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267" y="91492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29078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2" y="3675674"/>
            <a:ext cx="13419769" cy="73096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sz="4000" b="1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СПАСИБО ЗА ВНИМАНИЕ!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65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214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331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7C0EF-CED6-48CD-8063-EDF64048513D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8772" y="7008174"/>
            <a:ext cx="4532710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5115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54648-EF90-4CD3-A4B4-AE31895184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18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88" r:id="rId3"/>
    <p:sldLayoutId id="2147483686" r:id="rId4"/>
    <p:sldLayoutId id="2147483689" r:id="rId5"/>
    <p:sldLayoutId id="2147483672" r:id="rId6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3150000"/>
            <a:ext cx="11430250" cy="1300000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b="1" sz="305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Очень длинное название презентации про развитие распределительного сетевого комплекса региона на период до 2030 года</a:t>
            </a:r>
            <a:endParaRPr sz="3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Спецсимволы &lt;&gt;&amp;"'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 &amp; B &lt; C &gt; D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уже с маркером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Таблица без источника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6109590" cy="794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795"/>
                <a:gridCol w="3054795"/>
              </a:tblGrid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Только подзаголовок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Пояснение без буллетов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Очень длинное название презентации про развитие распределительного сетевого комплекса региона на период до 2030 года</dc:title>
  <dc:creator>Кадушин Александр Владимирович</dc:creator>
  <cp:lastModifiedBy>Кадушин Александр Владимирович</cp:lastModifiedBy>
  <cp:revision>29</cp:revision>
  <dcterms:created xsi:type="dcterms:W3CDTF">2019-10-09T15:53:58Z</dcterms:created>
  <dcterms:modified xsi:type="dcterms:W3CDTF">2024-04-25T14:46:40Z</dcterms:modified>
</cp:coreProperties>
</file>